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63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63B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63B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63B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63B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63B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63B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415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63B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63B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63B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155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155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155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4155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63B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4155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