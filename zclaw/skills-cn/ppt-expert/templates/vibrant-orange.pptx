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8000"/>
            <a:ext cx="12192000" cy="8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0000" y="1200000"/>
            <a:ext cx="105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[标题]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2500000"/>
            <a:ext cx="10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0C0C0"/>
                </a:solidFill>
                <a:latin typeface="Microsoft YaHei"/>
              </a:defRPr>
            </a:pPr>
            <a:r>
              <a:t>[副标题]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32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[日期]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400000"/>
            <a:ext cx="3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700000" y="900000"/>
            <a:ext cx="400000" cy="4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0000" y="1600000"/>
            <a:ext cx="4800000" cy="9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0000" y="1700000"/>
            <a:ext cx="4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01  [第一章]</a:t>
            </a:r>
          </a:p>
        </p:txBody>
      </p:sp>
      <p:sp>
        <p:nvSpPr>
          <p:cNvPr id="6" name="Rectangle 5"/>
          <p:cNvSpPr/>
          <p:nvPr/>
        </p:nvSpPr>
        <p:spPr>
          <a:xfrm>
            <a:off x="6000000" y="1600000"/>
            <a:ext cx="4800000" cy="9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0000" y="1700000"/>
            <a:ext cx="4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02  [第二章]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000" y="2800000"/>
            <a:ext cx="4800000" cy="9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900000"/>
            <a:ext cx="4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03  [第三章]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00000" y="2800000"/>
            <a:ext cx="4800000" cy="9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00000" y="2900000"/>
            <a:ext cx="4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04  [第四章]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000" y="4000000"/>
            <a:ext cx="4800000" cy="9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100000"/>
            <a:ext cx="4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05  [第五章]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00000" y="4000000"/>
            <a:ext cx="4800000" cy="9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0000" y="4100000"/>
            <a:ext cx="4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06  [第六章]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00000"/>
            <a:ext cx="12192000" cy="200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000" y="800000"/>
            <a:ext cx="2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97316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270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Microsoft YaHei"/>
              </a:defRPr>
            </a:pPr>
            <a:r>
              <a:t>[章节标题]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3800000"/>
            <a:ext cx="10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[章节描述]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350000"/>
            <a:ext cx="600000" cy="5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500000"/>
            <a:ext cx="10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Microsoft YaHei"/>
              </a:defRPr>
            </a:pPr>
            <a:r>
              <a:t>[页面标题]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1200000"/>
            <a:ext cx="105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▸ [要点一：内容描述]</a:t>
            </a:r>
            <a:br/>
            <a:r>
              <a:t>▸ [要点二：内容描述]</a:t>
            </a:r>
            <a:br/>
            <a:r>
              <a:t>▸ [要点三：内容描述]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350000"/>
            <a:ext cx="600000" cy="5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500000"/>
            <a:ext cx="10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Microsoft YaHei"/>
              </a:defRPr>
            </a:pPr>
            <a:r>
              <a:t>[数据标题]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400000"/>
            <a:ext cx="2500000" cy="18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0000" y="1600000"/>
            <a:ext cx="600000" cy="3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700000"/>
            <a:ext cx="2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97316"/>
                </a:solidFill>
                <a:latin typeface="Microsoft YaHei"/>
              </a:defRPr>
            </a:pPr>
            <a:r>
              <a:t>[XX]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2400000"/>
            <a:ext cx="2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指标一</a:t>
            </a:r>
          </a:p>
        </p:txBody>
      </p:sp>
      <p:sp>
        <p:nvSpPr>
          <p:cNvPr id="8" name="Rectangle 7"/>
          <p:cNvSpPr/>
          <p:nvPr/>
        </p:nvSpPr>
        <p:spPr>
          <a:xfrm>
            <a:off x="3500000" y="1400000"/>
            <a:ext cx="2500000" cy="18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700000" y="1600000"/>
            <a:ext cx="600000" cy="3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0000" y="1700000"/>
            <a:ext cx="2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97316"/>
                </a:solidFill>
                <a:latin typeface="Microsoft YaHei"/>
              </a:defRPr>
            </a:pPr>
            <a:r>
              <a:t>[XX]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0000" y="2400000"/>
            <a:ext cx="2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指标二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000" y="1400000"/>
            <a:ext cx="2500000" cy="18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00000" y="1600000"/>
            <a:ext cx="600000" cy="3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0000" y="1700000"/>
            <a:ext cx="2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97316"/>
                </a:solidFill>
                <a:latin typeface="Microsoft YaHei"/>
              </a:defRPr>
            </a:pPr>
            <a:r>
              <a:t>[XX]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0000" y="2400000"/>
            <a:ext cx="2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指标三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00000" y="1400000"/>
            <a:ext cx="2500000" cy="18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0000" y="1600000"/>
            <a:ext cx="600000" cy="3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00000" y="1700000"/>
            <a:ext cx="2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97316"/>
                </a:solidFill>
                <a:latin typeface="Microsoft YaHei"/>
              </a:defRPr>
            </a:pPr>
            <a:r>
              <a:t>[XX]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0000" y="2400000"/>
            <a:ext cx="2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指标四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350000"/>
            <a:ext cx="600000" cy="5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500000"/>
            <a:ext cx="10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Microsoft YaHei"/>
              </a:defRPr>
            </a:pPr>
            <a:r>
              <a:t>[对比标题]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300000"/>
            <a:ext cx="5000000" cy="4800000"/>
          </a:xfrm>
          <a:prstGeom prst="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00000" y="1300000"/>
            <a:ext cx="5000000" cy="5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500000"/>
            <a:ext cx="4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C2626"/>
                </a:solidFill>
                <a:latin typeface="Microsoft YaHei"/>
              </a:defRPr>
            </a:pPr>
            <a:r>
              <a:t>传统方式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2000000"/>
            <a:ext cx="46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▸ 痛点一</a:t>
            </a:r>
            <a:br/>
            <a:r>
              <a:t>▸ 痛点二</a:t>
            </a:r>
            <a:br/>
            <a:r>
              <a:t>▸ 痛点三</a:t>
            </a:r>
          </a:p>
        </p:txBody>
      </p:sp>
      <p:sp>
        <p:nvSpPr>
          <p:cNvPr id="8" name="Rectangle 7"/>
          <p:cNvSpPr/>
          <p:nvPr/>
        </p:nvSpPr>
        <p:spPr>
          <a:xfrm>
            <a:off x="6200000" y="1300000"/>
            <a:ext cx="5200000" cy="4800000"/>
          </a:xfrm>
          <a:prstGeom prst="rect">
            <a:avLst/>
          </a:prstGeom>
          <a:solidFill>
            <a:srgbClr val="F0F9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00000" y="1300000"/>
            <a:ext cx="5200000" cy="5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000" y="1500000"/>
            <a:ext cx="4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7316"/>
                </a:solidFill>
                <a:latin typeface="Microsoft YaHei"/>
              </a:defRPr>
            </a:pPr>
            <a:r>
              <a:t>[新方案]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000" y="2000000"/>
            <a:ext cx="48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▸ 优势一</a:t>
            </a:r>
            <a:br/>
            <a:r>
              <a:t>▸ 优势二</a:t>
            </a:r>
            <a:br/>
            <a:r>
              <a:t>▸ 优势三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000" y="1800000"/>
            <a:ext cx="105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谢谢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3200000"/>
            <a:ext cx="10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0C0C0"/>
                </a:solidFill>
                <a:latin typeface="Microsoft YaHei"/>
              </a:defRPr>
            </a:pPr>
            <a:r>
              <a:t>[联系方式]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