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2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[标题]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5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0C0"/>
                </a:solidFill>
                <a:latin typeface="Microsoft YaHei"/>
              </a:defRPr>
            </a:pPr>
            <a:r>
              <a:t>[副标题]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[日期]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00000" y="900000"/>
            <a:ext cx="400000" cy="4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Microsoft YaHei"/>
              </a:defRPr>
            </a:pPr>
            <a:r>
              <a:t>01  [第一章]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Microsoft YaHei"/>
              </a:defRPr>
            </a:pPr>
            <a:r>
              <a:t>02  [第二章]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Microsoft YaHei"/>
              </a:defRPr>
            </a:pPr>
            <a:r>
              <a:t>03  [第三章]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Microsoft YaHei"/>
              </a:defRPr>
            </a:pPr>
            <a:r>
              <a:t>04  [第四章]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Microsoft YaHei"/>
              </a:defRPr>
            </a:pPr>
            <a:r>
              <a:t>05  [第五章]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Microsoft YaHei"/>
              </a:defRPr>
            </a:pPr>
            <a:r>
              <a:t>06  [第六章]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80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C3AED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3460"/>
                </a:solidFill>
                <a:latin typeface="Microsoft YaHei"/>
              </a:defRPr>
            </a:pPr>
            <a:r>
              <a:t>[章节标题]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8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[章节描述]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  <a:latin typeface="Microsoft YaHei"/>
              </a:defRPr>
            </a:pPr>
            <a:r>
              <a:t>[页面标题]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200000"/>
            <a:ext cx="10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▸ [要点一：内容描述]</a:t>
            </a:r>
            <a:br/>
            <a:r>
              <a:t>▸ [要点二：内容描述]</a:t>
            </a:r>
            <a:br/>
            <a:r>
              <a:t>▸ [要点三：内容描述]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  <a:latin typeface="Microsoft YaHei"/>
              </a:defRPr>
            </a:pPr>
            <a:r>
              <a:t>[数据标题]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1600000"/>
            <a:ext cx="600000" cy="3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0000" y="1600000"/>
            <a:ext cx="600000" cy="3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0" y="1600000"/>
            <a:ext cx="600000" cy="3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0000" y="1600000"/>
            <a:ext cx="600000" cy="3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  <a:latin typeface="Microsoft YaHei"/>
              </a:defRPr>
            </a:pPr>
            <a:r>
              <a:t>[对比标题]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300000"/>
            <a:ext cx="5000000" cy="480000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300000"/>
            <a:ext cx="5000000" cy="5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500000"/>
            <a:ext cx="4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Microsoft YaHei"/>
              </a:defRPr>
            </a:pPr>
            <a:r>
              <a:t>传统方式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00000"/>
            <a:ext cx="46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痛点一</a:t>
            </a:r>
            <a:br/>
            <a:r>
              <a:t>▸ 痛点二</a:t>
            </a:r>
            <a:br/>
            <a:r>
              <a:t>▸ 痛点三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300000"/>
            <a:ext cx="5200000" cy="4800000"/>
          </a:xfrm>
          <a:prstGeom prst="rect">
            <a:avLst/>
          </a:prstGeom>
          <a:solidFill>
            <a:srgbClr val="F0F9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300000"/>
            <a:ext cx="5200000" cy="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5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[新方案]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2000000"/>
            <a:ext cx="4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优势一</a:t>
            </a:r>
            <a:br/>
            <a:r>
              <a:t>▸ 优势二</a:t>
            </a:r>
            <a:br/>
            <a:r>
              <a:t>▸ 优势三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32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C0C0"/>
                </a:solidFill>
                <a:latin typeface="Microsoft YaHei"/>
              </a:defRPr>
            </a:pPr>
            <a:r>
              <a:t>[联系方式]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